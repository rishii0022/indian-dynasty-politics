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4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C597B-2A9B-1BF6-EC7D-862661161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93B46-E6B4-0DD6-CEA2-72C3C0003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4967-6049-F90A-FE36-8B0D6736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BDD11-D81A-D549-E74F-C09A6117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7CAD6-D7FC-F522-28B6-F6F90D7C8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4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24C3-9477-7708-9AC8-518744F2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7ED0F-A31D-EB89-8AC9-1C6CC7429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25522-E87D-93F9-4FC5-E7FEFFD37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8D8A5-718D-01D0-2930-1C127D24C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B4D3A-0179-2ED5-C7B2-8AED27625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1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5248C-CDE2-CD28-534E-20DEBD9E5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639D-B9DA-94B3-FBA3-68BA791B0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4D349-A4FD-5E3B-9E59-40BDB45F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BD4D-18C4-A016-061E-EB3E20452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D5CCA-493A-B2D2-28FB-AAABD6DF2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0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44EE-EDAC-4C30-2684-6092BDE7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CDCEC-1C5B-50F3-326B-DDA2BC5A66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8C9CE-794A-9EE8-5F22-45D4D352D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E9DCA-8D96-2EA5-6772-1DF23F14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4051E-B714-3B26-C15B-75F5A4F6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F2C9A-23C4-B837-C00F-13B14095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02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A832-9973-F6E2-9FCA-3B66F6DB9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18CC6-A968-E4C5-1D40-45A58AF34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065AC-3B32-F984-C38B-B63BE755E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DB2864-14EF-DEFD-46C6-2D0DAB6E99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F20FC-3D1A-1B9E-236C-158973E902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D36E96-3374-98BC-A5A4-05112A9A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A0DAF0-AA5E-BA30-E94B-96C40C4B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982D3-7302-0769-8E69-A8FA7442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7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1426-EFF1-A6E6-963A-8983BE03F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073FA-CC63-4659-1DBA-CA20EDED1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A0ADC-3029-F970-CDD3-EFE59EB12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6A13E-9B06-1061-5611-CDACDBF2B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5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D98B3-2FFE-1CD1-F702-9856B25F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DDF86-F38F-E786-50CF-2A621CEC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EF63B-4C2B-1AB6-9866-FD53DF85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76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EDBAF-469D-B6F6-3B38-F61F6CCDB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1C9E2-1A49-9A59-4574-ADE1140FB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5DD01-0733-0C12-97B6-219F1FF59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ABF36-85CD-0CB3-C42F-D817CB0C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F7B0-EAF6-3F85-75CF-80B7A6975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A29DD-47ED-BCDF-1360-D8F21E39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3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924E-C48F-C78C-4441-E04FF135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FCEFEA-AEA6-0BFF-E823-B1A9C28C24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18144-8228-2B32-15C2-2485B9E78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50C70-192C-6BAC-3597-25A588484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8409E-343E-C4B5-0BD4-D0044CBE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E3BDC-DC48-8C74-1CFA-03BF96B7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7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302AE-F7A0-9F5A-D491-909B9257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6C797-9E1F-6080-AF1E-316F21182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E3ED9-79BF-8472-768F-BF57861EF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D4EA8-8493-430D-62D3-84D277B23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785B8-D56C-3039-C290-91DBD0B3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94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859C1-EB5E-4C44-44B4-B00AA7B2A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F04C8-6696-9EAB-22CC-06716FA6D8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0217B-88E1-D876-3426-2B645058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80ADA-337A-DED4-A453-CD7E0F82E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79762-E2E9-FB43-78B1-13D645F3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77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2CE07-F7ED-E4AB-0E87-5708D42F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9767E-B4DE-AE93-1EBF-58D69402C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979ED-4EDA-BAB1-E3CB-CC071E4C74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9F64F-D932-4273-8276-EBF3BD59AD4A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681B9-7F09-782B-C977-9B20C863B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19B58-7C9F-4021-EEB1-6A8146A86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0F384-A18B-4244-A28A-EE3B3F7167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91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5C245B-3717-B61B-7600-D7D284702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7021513" cy="2308324"/>
          </a:xfrm>
        </p:spPr>
        <p:txBody>
          <a:bodyPr>
            <a:normAutofit/>
          </a:bodyPr>
          <a:lstStyle/>
          <a:p>
            <a:pPr algn="l"/>
            <a:r>
              <a:rPr lang="en-US" sz="7200">
                <a:solidFill>
                  <a:schemeClr val="bg1"/>
                </a:solidFill>
              </a:rPr>
              <a:t>INDIA</a:t>
            </a:r>
            <a:br>
              <a:rPr lang="en-US" sz="7200">
                <a:solidFill>
                  <a:schemeClr val="bg1"/>
                </a:solidFill>
              </a:rPr>
            </a:br>
            <a:r>
              <a:rPr lang="en-US" sz="7200">
                <a:solidFill>
                  <a:schemeClr val="bg1"/>
                </a:solidFill>
              </a:rPr>
              <a:t> 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44E9C-F66E-ACA9-2AFE-29BE952C9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2671275"/>
            <a:ext cx="8040620" cy="1515450"/>
          </a:xfrm>
        </p:spPr>
        <p:txBody>
          <a:bodyPr>
            <a:normAutofit/>
          </a:bodyPr>
          <a:lstStyle/>
          <a:p>
            <a:pPr algn="l"/>
            <a:r>
              <a:rPr lang="en-US" sz="4400">
                <a:solidFill>
                  <a:schemeClr val="bg1"/>
                </a:solidFill>
              </a:rPr>
              <a:t>A democracy or dynasty </a:t>
            </a:r>
          </a:p>
          <a:p>
            <a:pPr algn="l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30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6B423-5B67-CBF7-3524-F0C52C77B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44" y="95459"/>
            <a:ext cx="10515600" cy="1325563"/>
          </a:xfrm>
        </p:spPr>
        <p:txBody>
          <a:bodyPr/>
          <a:lstStyle/>
          <a:p>
            <a:r>
              <a:rPr lang="en-US" dirty="0"/>
              <a:t>Web Scrapping to create a dataset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4A13C0-D84B-313B-2663-4DD6DB559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44" y="1406769"/>
            <a:ext cx="10892413" cy="5355772"/>
          </a:xfrm>
        </p:spPr>
      </p:pic>
    </p:spTree>
    <p:extLst>
      <p:ext uri="{BB962C8B-B14F-4D97-AF65-F5344CB8AC3E}">
        <p14:creationId xmlns:p14="http://schemas.microsoft.com/office/powerpoint/2010/main" val="2793961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4D1D-B20B-A459-2753-57BDA6F82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300" y="-181065"/>
            <a:ext cx="10515600" cy="1325563"/>
          </a:xfrm>
        </p:spPr>
        <p:txBody>
          <a:bodyPr/>
          <a:lstStyle/>
          <a:p>
            <a:r>
              <a:rPr lang="en-US" dirty="0"/>
              <a:t>Scrapped data is saved CSV file (31 States)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7240A2-01D1-304B-7DD3-CB9A197744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00" y="995412"/>
            <a:ext cx="11013563" cy="5713501"/>
          </a:xfrm>
        </p:spPr>
      </p:pic>
    </p:spTree>
    <p:extLst>
      <p:ext uri="{BB962C8B-B14F-4D97-AF65-F5344CB8AC3E}">
        <p14:creationId xmlns:p14="http://schemas.microsoft.com/office/powerpoint/2010/main" val="237961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70A64-3834-77D1-6615-A568129C4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70" y="-141771"/>
            <a:ext cx="10515600" cy="1325563"/>
          </a:xfrm>
        </p:spPr>
        <p:txBody>
          <a:bodyPr/>
          <a:lstStyle/>
          <a:p>
            <a:r>
              <a:rPr lang="en-US" dirty="0"/>
              <a:t>Prompt through OpenAI API keys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EB394E-9A3C-F783-79DB-61A33DB5C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70" y="1040432"/>
            <a:ext cx="10592911" cy="5618785"/>
          </a:xfrm>
        </p:spPr>
      </p:pic>
    </p:spTree>
    <p:extLst>
      <p:ext uri="{BB962C8B-B14F-4D97-AF65-F5344CB8AC3E}">
        <p14:creationId xmlns:p14="http://schemas.microsoft.com/office/powerpoint/2010/main" val="2243672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A304-1A7F-6335-437D-7EF053A68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496" y="279185"/>
            <a:ext cx="10515600" cy="1325563"/>
          </a:xfrm>
        </p:spPr>
        <p:txBody>
          <a:bodyPr/>
          <a:lstStyle/>
          <a:p>
            <a:r>
              <a:rPr lang="en-US" dirty="0"/>
              <a:t>Unstructured Output (Natural Language)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C5BCC8-D67A-0D5E-8EED-792A6B846E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50"/>
          <a:stretch>
            <a:fillRect/>
          </a:stretch>
        </p:blipFill>
        <p:spPr>
          <a:xfrm>
            <a:off x="354497" y="1809958"/>
            <a:ext cx="11353800" cy="3268938"/>
          </a:xfrm>
        </p:spPr>
      </p:pic>
    </p:spTree>
    <p:extLst>
      <p:ext uri="{BB962C8B-B14F-4D97-AF65-F5344CB8AC3E}">
        <p14:creationId xmlns:p14="http://schemas.microsoft.com/office/powerpoint/2010/main" val="214597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882D-D505-ED87-ECDB-3A64EB8F7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Output (JSON Object)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C1F0C9-F4DE-CD81-577C-EFF90CAA8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42" y="1856913"/>
            <a:ext cx="11644715" cy="4635962"/>
          </a:xfrm>
        </p:spPr>
      </p:pic>
    </p:spTree>
    <p:extLst>
      <p:ext uri="{BB962C8B-B14F-4D97-AF65-F5344CB8AC3E}">
        <p14:creationId xmlns:p14="http://schemas.microsoft.com/office/powerpoint/2010/main" val="2995094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55EF-E898-82C2-989E-53306A63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Output (JSON Object)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5EF026-D135-9D53-3BE0-CC22268EC5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52" y="1895520"/>
            <a:ext cx="11245509" cy="4415827"/>
          </a:xfrm>
        </p:spPr>
      </p:pic>
    </p:spTree>
    <p:extLst>
      <p:ext uri="{BB962C8B-B14F-4D97-AF65-F5344CB8AC3E}">
        <p14:creationId xmlns:p14="http://schemas.microsoft.com/office/powerpoint/2010/main" val="92636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C9F83-DAEC-1B41-0C8E-499ABBF7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718" y="-238539"/>
            <a:ext cx="10515600" cy="1325563"/>
          </a:xfrm>
        </p:spPr>
        <p:txBody>
          <a:bodyPr/>
          <a:lstStyle/>
          <a:p>
            <a:r>
              <a:rPr lang="en-US" dirty="0"/>
              <a:t>Tables Created with Relative Details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63225B-28E4-2B46-F795-4D73E2683D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718" y="934278"/>
            <a:ext cx="11315152" cy="5824331"/>
          </a:xfrm>
        </p:spPr>
      </p:pic>
    </p:spTree>
    <p:extLst>
      <p:ext uri="{BB962C8B-B14F-4D97-AF65-F5344CB8AC3E}">
        <p14:creationId xmlns:p14="http://schemas.microsoft.com/office/powerpoint/2010/main" val="1197343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D3AFE-D5EB-1C7F-D8AE-4C24833CC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High Level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3AF7A8-5ADC-BEE3-ADED-762824C10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675" y="311450"/>
            <a:ext cx="5336972" cy="617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4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54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INDIA  </vt:lpstr>
      <vt:lpstr>Web Scrapping to create a dataset</vt:lpstr>
      <vt:lpstr>Scrapped data is saved CSV file (31 States)</vt:lpstr>
      <vt:lpstr>Prompt through OpenAI API keys</vt:lpstr>
      <vt:lpstr>Unstructured Output (Natural Language)</vt:lpstr>
      <vt:lpstr>Structured Output (JSON Object)</vt:lpstr>
      <vt:lpstr>Structured Output (JSON Object)</vt:lpstr>
      <vt:lpstr>Tables Created with Relative Details </vt:lpstr>
      <vt:lpstr>High Level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Chowdary Raavi</dc:creator>
  <cp:lastModifiedBy>Koushik Chowdary Raavi</cp:lastModifiedBy>
  <cp:revision>4</cp:revision>
  <dcterms:created xsi:type="dcterms:W3CDTF">2026-01-26T14:03:24Z</dcterms:created>
  <dcterms:modified xsi:type="dcterms:W3CDTF">2026-01-29T14:20:20Z</dcterms:modified>
</cp:coreProperties>
</file>